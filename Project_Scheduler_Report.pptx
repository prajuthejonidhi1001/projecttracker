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Excel-Based Project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Completion &amp; Inspection Report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Scheduler application has been successfully converted to run completely locally.</a:t>
            </a:r>
          </a:p>
          <a:p>
            <a:pPr lvl="1"/>
            <a:r>
              <a:t>Uses Excel files for data storage</a:t>
            </a:r>
          </a:p>
          <a:p>
            <a:pPr lvl="1"/>
            <a:r>
              <a:t>No database required</a:t>
            </a:r>
          </a:p>
          <a:p>
            <a:pPr lvl="1"/>
            <a:r>
              <a:t>Perfect for office environments with restrictions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Components:</a:t>
            </a:r>
          </a:p>
          <a:p>
            <a:pPr lvl="1"/>
            <a:r>
              <a:t>Core System: Excel Storage Engine &amp; Data Models</a:t>
            </a:r>
          </a:p>
          <a:p>
            <a:pPr lvl="1"/>
            <a:r>
              <a:t>Web Application: Lightweight Flask-based server</a:t>
            </a:r>
          </a:p>
          <a:p>
            <a:pPr lvl="1"/>
            <a:r>
              <a:t>User Interface: 8 Complete HTML Templates</a:t>
            </a:r>
          </a:p>
          <a:p>
            <a:pPr lvl="1"/>
            <a:r>
              <a:t>Setup &amp; Configuration: Automated script &amp; full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</a:t>
            </a:r>
          </a:p>
          <a:p>
            <a:pPr lvl="1"/>
            <a:r>
              <a:t>User Browser -&gt; Flask Web Server (Port 8000) -&gt; Excel Storage Layer -&gt; Excel Files</a:t>
            </a:r>
          </a:p>
          <a:p>
            <a:pPr/>
            <a:r>
              <a:t>Data Flow:</a:t>
            </a:r>
          </a:p>
          <a:p>
            <a:pPr lvl="1"/>
            <a:r>
              <a:t>User Action -&gt; Route Handler -&gt; Excel Model -&gt; Storage Manager -&gt; Excel File -&gt; User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functionalities:</a:t>
            </a:r>
          </a:p>
          <a:p>
            <a:pPr lvl="1"/>
            <a:r>
              <a:t>User Management (Authentication, roles)</a:t>
            </a:r>
          </a:p>
          <a:p>
            <a:pPr lvl="1"/>
            <a:r>
              <a:t>Task Management (CRUD, filters, progress)</a:t>
            </a:r>
          </a:p>
          <a:p>
            <a:pPr lvl="1"/>
            <a:r>
              <a:t>Step Management (Task breakdown, time estimates)</a:t>
            </a:r>
          </a:p>
          <a:p>
            <a:pPr lvl="1"/>
            <a:r>
              <a:t>Dashboard (Stats, overdue alerts, visualization)</a:t>
            </a:r>
          </a:p>
          <a:p>
            <a:pPr lvl="1"/>
            <a:r>
              <a:t>Data Management (All in Excel, easily backupable)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 and Speed:</a:t>
            </a:r>
          </a:p>
          <a:p>
            <a:pPr lvl="1"/>
            <a:r>
              <a:t>Startup Time: &lt; 2 seconds</a:t>
            </a:r>
          </a:p>
          <a:p>
            <a:pPr lvl="1"/>
            <a:r>
              <a:t>Excel File Size: ~5 KB each (empty)</a:t>
            </a:r>
          </a:p>
          <a:p>
            <a:pPr lvl="1"/>
            <a:r>
              <a:t>Memory Usage: &lt; 100 MB</a:t>
            </a:r>
          </a:p>
          <a:p>
            <a:pPr lvl="1"/>
            <a:r>
              <a:t>Response Time: &lt; 100ms (local)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Requirements Met:</a:t>
            </a:r>
          </a:p>
          <a:p>
            <a:pPr lvl="1"/>
            <a:r>
              <a:t>No database required, completely local Excel storage</a:t>
            </a:r>
          </a:p>
          <a:p>
            <a:pPr lvl="1"/>
            <a:r>
              <a:t>Office-friendly &amp; easy to run</a:t>
            </a:r>
          </a:p>
          <a:p>
            <a:pPr/>
            <a:r>
              <a:t>How to run:</a:t>
            </a:r>
          </a:p>
          <a:p>
            <a:pPr lvl="1"/>
            <a:r>
              <a:t>python run_local.py -&gt; http://127.0.0.1:8000</a:t>
            </a:r>
          </a:p>
          <a:p>
            <a:pPr lvl="1"/>
            <a:r>
              <a:t>Login: admin / admin123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