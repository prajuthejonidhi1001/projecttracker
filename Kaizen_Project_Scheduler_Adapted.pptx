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Kaizen Report: Local Excel-Based Project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Eliminating manual tracking and establishing a centralized platform for task and step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Theme: Implementation of a Local Excel-Based Project Scheduler to establish a centralized platform for project governance, task tracking, progress monitoring, and performance reporting.</a:t>
            </a:r>
          </a:p>
          <a:p>
            <a:pPr/>
            <a:r>
              <a:t>Impact:</a:t>
            </a:r>
          </a:p>
          <a:p>
            <a:pPr lvl="1"/>
            <a:r>
              <a:t>1. Absence of centralized visibility over project activities and milestones.</a:t>
            </a:r>
          </a:p>
          <a:p>
            <a:pPr lvl="1"/>
            <a:r>
              <a:t>2. Difficulty in monitoring task timelines and step deliverables.</a:t>
            </a:r>
          </a:p>
          <a:p>
            <a:pPr lvl="1"/>
            <a:r>
              <a:t>3. Delays in tracking Turnaround Time (TAT) and overdue tasks.</a:t>
            </a:r>
          </a:p>
          <a:p>
            <a:pPr lvl="1"/>
            <a:r>
              <a:t>4. Increased effort scattering data across disparate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Condition &amp; Kaizen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Condition:</a:t>
            </a:r>
          </a:p>
          <a:p>
            <a:pPr lvl="1"/>
            <a:r>
              <a:t>Task tracking was managed through disparate files and manual updates.</a:t>
            </a:r>
          </a:p>
          <a:p>
            <a:pPr lvl="1"/>
            <a:r>
              <a:t>No centralized dashboard or TAT calculation existed.</a:t>
            </a:r>
          </a:p>
          <a:p>
            <a:pPr lvl="1"/>
            <a:r>
              <a:t>Manual effort required for project status tracking and reporting.</a:t>
            </a:r>
          </a:p>
          <a:p>
            <a:pPr/>
            <a:r>
              <a:t>Process Flow (Before):</a:t>
            </a:r>
          </a:p>
          <a:p>
            <a:pPr lvl="1"/>
            <a:r>
              <a:t>Manual Task Entry -&gt; Unstructured Steps -&gt; Manual Follow-ups -&gt; No TAT Tracking -&gt; Limited Visibility</a:t>
            </a:r>
          </a:p>
          <a:p>
            <a:pPr/>
            <a:r>
              <a:t>View Point / Thinking of Kaizen:</a:t>
            </a:r>
          </a:p>
          <a:p>
            <a:pPr lvl="1"/>
            <a:r>
              <a:t>To create a localized, database-free, Excel-backend system.</a:t>
            </a:r>
          </a:p>
          <a:p>
            <a:pPr lvl="1"/>
            <a:r>
              <a:t>To enforce structured task breakdown and dependencies.</a:t>
            </a:r>
          </a:p>
          <a:p>
            <a:pPr lvl="1"/>
            <a:r>
              <a:t>To enable automatic TAT tracking and overdue notifications.</a:t>
            </a:r>
          </a:p>
          <a:p>
            <a:pPr lvl="1"/>
            <a:r>
              <a:t>To support effective project review through dashboard-based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Condition:</a:t>
            </a:r>
          </a:p>
          <a:p>
            <a:pPr lvl="1"/>
            <a:r>
              <a:t>1. A lightweight Flask web application created for centralized task management.</a:t>
            </a:r>
          </a:p>
          <a:p>
            <a:pPr lvl="1"/>
            <a:r>
              <a:t>2. Clear visibility of overall and stage-wise progress via dashboard.</a:t>
            </a:r>
          </a:p>
          <a:p>
            <a:pPr lvl="1"/>
            <a:r>
              <a:t>3. Automatic email auto-triggers and overdue alerts configured.</a:t>
            </a:r>
          </a:p>
          <a:p>
            <a:pPr lvl="1"/>
            <a:r>
              <a:t>4. Seamless data persistence entirely in local Excel sheets.</a:t>
            </a:r>
          </a:p>
          <a:p>
            <a:pPr/>
            <a:r>
              <a:t>Process Flow (After):</a:t>
            </a:r>
          </a:p>
          <a:p>
            <a:pPr lvl="1"/>
            <a:r>
              <a:t>Task Creation -&gt; Step Breakdown &amp; Dependencies -&gt; Automated TAT Tracking -&gt; Auto-Sync to Excel -&gt; Real-Time Dashboard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Time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Benefits:</a:t>
            </a:r>
          </a:p>
          <a:p>
            <a:pPr lvl="1"/>
            <a:r>
              <a:t>Visibility: Single-view dashboard for all tasks and sub-steps.</a:t>
            </a:r>
          </a:p>
          <a:p>
            <a:pPr lvl="1"/>
            <a:r>
              <a:t>Decision Making: Automatic overdue alerts and progress visualization.</a:t>
            </a:r>
          </a:p>
          <a:p>
            <a:pPr lvl="1"/>
            <a:r>
              <a:t>Productivity: Zero database setup required, easy local deployment, and reduced manual tracking effort.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Calculation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Time saved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132/60 = 2.2 hrs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Cost per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₹300/hour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₹300/hour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Monthly cost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₹660/month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 x 300 = ₹660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Annual cost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₹7,920/year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660 x 12 = ₹7,920/year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Standardization Rules:</a:t>
            </a:r>
          </a:p>
          <a:p>
            <a:pPr lvl="1"/>
            <a:r>
              <a:t>1. All task statuses and steps to be updated exclusively via the web UI.</a:t>
            </a:r>
          </a:p>
          <a:p>
            <a:pPr lvl="1"/>
            <a:r>
              <a:t>2. Standard process defined for TAT calculation across dependencies.</a:t>
            </a:r>
          </a:p>
          <a:p>
            <a:pPr lvl="1"/>
            <a:r>
              <a:t>3. Web Dashboard to be used as the single source for review and monitoring.</a:t>
            </a:r>
          </a:p>
          <a:p>
            <a:pPr lvl="1"/>
            <a:r>
              <a:t>4. Excel backend files are locked from manual edits to prevent data corruption.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