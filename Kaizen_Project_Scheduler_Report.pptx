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Kaizen Report: Local Excel-Based Project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Centralized platform for project governance, task tracking, progress monitoring, and performance reporting.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Theme: Implementation of a Local Excel-Based Project Scheduler to establish a centralized platform for project governance, task tracking, progress monitoring, and performance reporting.</a:t>
            </a:r>
          </a:p>
          <a:p>
            <a:pPr/>
            <a:r>
              <a:t>Impact:</a:t>
            </a:r>
          </a:p>
          <a:p>
            <a:pPr lvl="1"/>
            <a:r>
              <a:t>1. Absence of centralized visibility over project activities and milestones.</a:t>
            </a:r>
          </a:p>
          <a:p>
            <a:pPr lvl="1"/>
            <a:r>
              <a:t>2. Difficulty in monitoring project timelines and deliverables.</a:t>
            </a:r>
          </a:p>
          <a:p>
            <a:pPr lvl="1"/>
            <a:r>
              <a:t>3. Delays in identifying pending and overdue tasks.</a:t>
            </a:r>
          </a:p>
          <a:p>
            <a:pPr lvl="1"/>
            <a:r>
              <a:t>4. Increased effort in project tracking and status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Condition &amp; Kaizen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Condition:</a:t>
            </a:r>
          </a:p>
          <a:p>
            <a:pPr lvl="1"/>
            <a:r>
              <a:t>Project tracking was managed through multiple sources and manual updates.</a:t>
            </a:r>
          </a:p>
          <a:p>
            <a:pPr lvl="1"/>
            <a:r>
              <a:t>No centralized visibility of project progress and milestones.</a:t>
            </a:r>
          </a:p>
          <a:p>
            <a:pPr lvl="1"/>
            <a:r>
              <a:t>Difficulty in monitoring task status and timelines.</a:t>
            </a:r>
          </a:p>
          <a:p>
            <a:pPr lvl="1"/>
            <a:r>
              <a:t>Manual effort required for project status tracking and reporting.</a:t>
            </a:r>
          </a:p>
          <a:p>
            <a:pPr lvl="1"/>
            <a:r>
              <a:t>Limited visibility of overdue and pending activities.</a:t>
            </a:r>
          </a:p>
          <a:p>
            <a:pPr/>
            <a:r>
              <a:t>Process Flow (Before):</a:t>
            </a:r>
          </a:p>
          <a:p>
            <a:pPr lvl="1"/>
            <a:r>
              <a:t>Daily activity check -&gt; Onboarding process -&gt; Renewal process -&gt; Validation -&gt; No Stage Tracking (Limited Visibility, No TAT Calculation)</a:t>
            </a:r>
          </a:p>
          <a:p>
            <a:pPr/>
            <a:r>
              <a:t>View Point / Thinking of Kaizen:</a:t>
            </a:r>
          </a:p>
          <a:p>
            <a:pPr lvl="1"/>
            <a:r>
              <a:t>To create a centralized system for project planning and tracking.</a:t>
            </a:r>
          </a:p>
          <a:p>
            <a:pPr lvl="1"/>
            <a:r>
              <a:t>To improve visibility of project progress and milestones.</a:t>
            </a:r>
          </a:p>
          <a:p>
            <a:pPr lvl="1"/>
            <a:r>
              <a:t>To simplify task monitoring and status tracking.</a:t>
            </a:r>
          </a:p>
          <a:p>
            <a:pPr lvl="1"/>
            <a:r>
              <a:t>To enable proactive tracking of pending and overdue activities.</a:t>
            </a:r>
          </a:p>
          <a:p>
            <a:pPr lvl="1"/>
            <a:r>
              <a:t>To support effective project review through dashboard-based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Condition:</a:t>
            </a:r>
          </a:p>
          <a:p>
            <a:pPr lvl="1"/>
            <a:r>
              <a:t>1. Centralized dashboard created for vendor onboarding and renewal</a:t>
            </a:r>
          </a:p>
          <a:p>
            <a:pPr lvl="1"/>
            <a:r>
              <a:t>2. Clear visibility of overall and stage-wise vendor progress</a:t>
            </a:r>
          </a:p>
          <a:p>
            <a:pPr lvl="1"/>
            <a:r>
              <a:t>3. Easy tracking of current status for each vendor</a:t>
            </a:r>
          </a:p>
          <a:p>
            <a:pPr/>
            <a:r>
              <a:t>Process Flow (After):</a:t>
            </a:r>
          </a:p>
          <a:p>
            <a:pPr lvl="1"/>
            <a:r>
              <a:t>Daily activity check -&gt; Auto Sync -&gt; Track Stages -&gt; System Check Data Validation -&gt; Track TAT -&gt; Real-time Visibility (Centralized Control, Faster Decision Making)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Cost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Benefits:</a:t>
            </a:r>
          </a:p>
          <a:p>
            <a:pPr lvl="1"/>
            <a:r>
              <a:t>Visibility: Single-view dashboard for complete tracking. Instant understanding of performance.</a:t>
            </a:r>
          </a:p>
          <a:p>
            <a:pPr lvl="1"/>
            <a:r>
              <a:t>Decision Making: Faster, data-driven decisions. Reduced delay in management review.</a:t>
            </a:r>
          </a:p>
          <a:p>
            <a:pPr lvl="1"/>
            <a:r>
              <a:t>Productivity: Reduced manual effort and minimized dependency on individuals for updates.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37160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Calculation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Time saved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132/60 = 2.2 hrs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Cost per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₹300/hour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₹300/hour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Monthly cost 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₹660/month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 x 300 = ₹660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Annual cost 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₹7,920/year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660 x 12 = ₹7,920/year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Standardization Rules:</a:t>
            </a:r>
          </a:p>
          <a:p>
            <a:pPr lvl="1"/>
            <a:r>
              <a:t>1. All onboarding and renewal status to be updated in a single structured format.</a:t>
            </a:r>
          </a:p>
          <a:p>
            <a:pPr lvl="1"/>
            <a:r>
              <a:t>2. Standard process defined for stage-wise tracking and monitoring.</a:t>
            </a:r>
          </a:p>
          <a:p>
            <a:pPr lvl="1"/>
            <a:r>
              <a:t>3. Dashboard to be used as the single source for review and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